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Claude를 만든 Anthropic이 어떤 회사인지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2021년 설립된 AI 안전·연구 기업입니다.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Anthropic의 AI 어시스턴트이며 여러 방식으로 제공됩니다.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안전 연구는 Anthropic의 핵심 정체성입니다.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메시지를 요약하며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46304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 KR"/>
              </a:rPr>
              <a:t>Anthropic &amp;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Noto Sans KR"/>
              </a:rPr>
              <a:t>안전하고 유용한 AI를 만드는 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DE4EF"/>
                </a:solidFill>
                <a:latin typeface="Noto Sans KR"/>
              </a:rPr>
              <a:t>회사 소개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Noto Sans KR"/>
              </a:rPr>
              <a:t>회사 개요: Anthropic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Noto Sans KR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설립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2021년 설립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Noto Sans KR"/>
              </a:rPr>
              <a:t>본사: 미국 샌프란시스코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공익법인(PBC)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Noto Sans KR"/>
              </a:rPr>
              <a:t>사회적 이익과 사업을 함께 추구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미션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AI가 인류에게 안전하고 유익하도록 만드는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Noto Sans KR"/>
              </a:rPr>
              <a:t>Claude 제품군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Noto Sans KR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Claude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웹·데스크톱·모바일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Noto Sans KR"/>
              </a:rPr>
              <a:t>대화, 글쓰기, 분석, 문서 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터미널·IDE에서 쓰는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Noto Sans KR"/>
              </a:rPr>
              <a:t>코딩 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FD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93192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94B8B"/>
                </a:solidFill>
                <a:latin typeface="Noto Sans KR"/>
              </a:rPr>
              <a:t>Claude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개발자가 자사 서비스에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B2B2B"/>
                </a:solidFill>
                <a:latin typeface="Noto Sans KR"/>
              </a:rPr>
              <a:t>Claude를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Noto Sans KR"/>
              </a:rPr>
              <a:t>안전에 대한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Noto Sans KR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94B8B"/>
                </a:solidFill>
                <a:latin typeface="Noto Sans KR"/>
              </a:rPr>
              <a:t>Constitutional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원칙(헌법)에 기반해 모델이 스스로 행동을 개선하도록 학습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08960"/>
            <a:ext cx="822960" cy="822960"/>
          </a:xfrm>
          <a:prstGeom prst="ellipse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94B8B"/>
                </a:solidFill>
                <a:latin typeface="Noto Sans KR"/>
              </a:rPr>
              <a:t>책임 있는 확장 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모델 능력이 커질수록 더 엄격한 안전 조치를 적용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80560"/>
            <a:ext cx="822960" cy="822960"/>
          </a:xfrm>
          <a:prstGeom prst="ellipse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348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94B8B"/>
                </a:solidFill>
                <a:latin typeface="Noto Sans KR"/>
              </a:rPr>
              <a:t>해석가능성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Noto Sans KR"/>
              </a:rPr>
              <a:t>모델 내부 동작을 이해해 신뢰성을 높이는 연구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Noto Sans KR"/>
              </a:rP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97280" cy="54864"/>
          </a:xfrm>
          <a:prstGeom prst="rect">
            <a:avLst/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Noto Sans KR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98480" cy="1554480"/>
          </a:xfrm>
          <a:prstGeom prst="roundRect">
            <a:avLst>
              <a:gd name="adj" fmla="val 10000"/>
            </a:avLst>
          </a:prstGeom>
          <a:solidFill>
            <a:srgbClr val="E9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Noto Sans KR"/>
              </a:rPr>
              <a:t>안전을 최우선으로, 유용한 AI를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Noto Sans KR"/>
              </a:rPr>
              <a:t>•  Anthropic: 2021년 설립된 AI 안전 중심의 공익법인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Noto Sans KR"/>
              </a:rPr>
              <a:t>•  Claude: 앱, Claude Code, API로 제공되는 AI 어시스턴트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Noto Sans KR"/>
              </a:rPr>
              <a:t>•  안전 연구와 제품 개발을 함께 추진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2B2B2B"/>
                </a:solidFill>
                <a:latin typeface="Noto Sans K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